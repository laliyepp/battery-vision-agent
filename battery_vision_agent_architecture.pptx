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914400"/>
            <a:ext cx="3200400" cy="32004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Extraction Through Semantic Understanding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built entirely on Claude Code Skills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Ad-Hoc Structured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Subfolder Is Different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6420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vehicle's certification data lives in subfolders with varying directory layouts and file sets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258568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Variation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document type has different naming, column order, and table layouts across subfolders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80944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Format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labs produce reports the same way — tables vary, fields move, terminology differs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575304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3931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Parameters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38039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parameters across 4 domains buried in scanned PDFs, Excel sheets, and legacy .xls files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233672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Hardcode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80160" y="44622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across subfolders makes deterministic workflows impractical at scale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AI-Native?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Handles What Deterministic Logic Cannot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749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Approach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13432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→ regex → field mapping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5234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every time structure changes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91256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163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anticipate every variation upfront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0168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O(formats × fields) maintenance cost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6908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predefined processing logic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54880" y="155448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54880" y="1554480"/>
            <a:ext cx="3749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2"/>
          <p:cNvSpPr/>
          <p:nvPr/>
        </p:nvSpPr>
        <p:spPr>
          <a:xfrm>
            <a:off x="50292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 Approach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313432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understands like a domain expert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752344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any folder structure or layout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191256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03520" y="3163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extraction rules in code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630168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0352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natural language skills drive all logic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4069080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0352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semantic understanding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Composition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→ Batch → Chain: Claude Code Skills as the Orchestration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623060" y="182880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9202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Atomic Skills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operations on one input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/vision-extract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/build-manifest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785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/reason-text-unified-schema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60604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2900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155448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2"/>
          <p:cNvSpPr/>
          <p:nvPr/>
        </p:nvSpPr>
        <p:spPr>
          <a:xfrm>
            <a:off x="4411980" y="182880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9202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Skills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61188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all subfolders automatically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56616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/vision-extract-batch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566160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/build-manifest-batch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566160" y="3785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/reason-...-batch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606040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Shape 20"/>
          <p:cNvSpPr/>
          <p:nvPr/>
        </p:nvSpPr>
        <p:spPr>
          <a:xfrm>
            <a:off x="7200900" y="182880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19202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1792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Skills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40080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full 6-step pipeline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35508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/chain-extract-batch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355080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/special-chain-history-extract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355080" y="3785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/chain-extract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defined in natural language markdown (SKILL.md), not Python code | CC mode is the default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Clear Separation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7190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Claude Code Skills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4592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skills  |  Natural language orchestration  |  Semantic decisions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592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tools into pipelines via JSON manifest contracts. Handle all domain-specific reasoning.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▼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3200400"/>
            <a:ext cx="73152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5840" y="338328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5643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Python Tools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4592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files  |  Stateless  |  Domain-agnostic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645920" y="3977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vision_tool.py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reason_tool.py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merge_unified_tool.py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validate_unified_output.py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know nothing about the domain; skills carry the domain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Canonical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6304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572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2900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72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01752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300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Hints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31821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has description and keywords — both guide Claude's understanding of what to extract and where to look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630168"/>
            <a:ext cx="320040" cy="32004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675888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4300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Everything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14300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read the schema to know what to extract; validation checks outputs against it; the merge tool structures Excel columns from it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" y="4288536"/>
            <a:ext cx="320040" cy="32004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34256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43000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Extension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43000" y="44988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extraction target = adding one JSON entry to the schema. No code changes anywhere in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Two-Stage Extraction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→ Reasoning: Separation of Concerns at the AI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474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105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— 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Understanding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423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pages → PNG rendering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extracts structured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document layout &amp; tables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_raw.txt per report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60604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1554480"/>
            <a:ext cx="34747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1554480"/>
            <a:ext cx="34747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0"/>
          <p:cNvSpPr/>
          <p:nvPr/>
        </p:nvSpPr>
        <p:spPr>
          <a:xfrm>
            <a:off x="4937760" y="173736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8105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Reasoning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57784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Extraction (CC Native)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937760" y="2423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reads raw text + schema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semantically about each field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native built-in capabilities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_unified_output.json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debugging: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Vision problem or a Reasoning problem?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fallback: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matching fails, the skill reads the first page and classifies relevance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Manifest-Driven Orchestration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Manifests as Pipeline Contracts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645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vision_manifest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874520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0" y="1554480"/>
            <a:ext cx="1645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_raw.txt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745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554480"/>
            <a:ext cx="1645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reason_manifest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874520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94944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49440" y="1554480"/>
            <a:ext cx="16459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3"/>
          <p:cNvSpPr/>
          <p:nvPr/>
        </p:nvSpPr>
        <p:spPr>
          <a:xfrm>
            <a:off x="694944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_unified_output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independently testable, pausable, and resumable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7472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inspect intermediate state — fully transparent, no black box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7764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6012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steps insertable without changing existing ones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&amp;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Deliverables with Built-In Quality Checks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Per-document: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_unified_output.json with all 101 schema fields across 4 domains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Per-vehicle: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merged_final_result.json as a merged array of all reports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workbook: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sheets — General, Battery, Motor, E-Control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output: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Frozen headers, auto-width columns, source traceability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Validation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94560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4924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all 101 keys present after each extraction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0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any hallucinated extra keys automatically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91840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data types across all fields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date formats and multi-value separators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99032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Claude Code Skills — atomic, batch, and chain skills compose into full pipelines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4767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920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ad-hoc structured inputs: semantic understanding replaces brittle deterministic workflows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96312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468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Schema-as-specification: one JSON file drives extraction, validation, and output structure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44952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017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AI extraction: Vision for layout understanding, Claude Code reasoning for semantics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93592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5661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Manifest-driven orchestration: transparent, resumable, composable pipeline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42232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composable skills defined in natural language, not 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Document Intelligence</dc:title>
  <dc:subject>PptxGenJS Presentation</dc:subject>
  <dc:creator>Battery Vision Agent</dc:creator>
  <cp:lastModifiedBy>Battery Vision Agent</cp:lastModifiedBy>
  <cp:revision>1</cp:revision>
  <dcterms:created xsi:type="dcterms:W3CDTF">2026-03-10T02:48:17Z</dcterms:created>
  <dcterms:modified xsi:type="dcterms:W3CDTF">2026-03-10T02:48:17Z</dcterms:modified>
</cp:coreProperties>
</file>